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Email Security Auditor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CORE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F5F8FC"/>
                </a:solidFill>
                <a:latin typeface="Aptos"/>
              </a:defRPr>
            </a:pPr>
            <a:r>
              <a:t>A practical, read-only assessment of SPF, DKIM and DMARC for small businesses and nonprofits.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9BCB0"/>
                </a:solidFill>
                <a:latin typeface="Aptos"/>
              </a:defRPr>
            </a:pPr>
            <a:r>
              <a:t>Desktop application  •  Browser interface  •  Client-ready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A8BED0"/>
                </a:solidFill>
                <a:latin typeface="Aptos"/>
              </a:defRPr>
            </a:pPr>
            <a:r>
              <a:t>Project demonstration and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The problem: email trust is easy to overlook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CORE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084831"/>
            <a:ext cx="1025956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5F8FC"/>
                </a:solidFill>
                <a:latin typeface="Aptos"/>
              </a:defRPr>
            </a:pPr>
            <a:r>
              <a:t>Nonprofits depend on email for donations, invoices, programs and daily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0779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907791"/>
            <a:ext cx="1025956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5F8FC"/>
                </a:solidFill>
                <a:latin typeface="Aptos"/>
              </a:defRPr>
            </a:pPr>
            <a:r>
              <a:t>Misconfigured authentication can make domain impersonation easier.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3075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730752"/>
            <a:ext cx="1025956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5F8FC"/>
                </a:solidFill>
                <a:latin typeface="Aptos"/>
              </a:defRPr>
            </a:pPr>
            <a:r>
              <a:t>Leaders often need a clear explanation—not just raw DNS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371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553712"/>
            <a:ext cx="10259567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5F8FC"/>
                </a:solidFill>
                <a:latin typeface="Aptos"/>
              </a:defRPr>
            </a:pPr>
            <a:r>
              <a:t>An assessment should produce evidence and a practical next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What I set out to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CORE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84831"/>
            <a:ext cx="3520440" cy="320040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6771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Accessible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52927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Enter a domain in a Windows desktop app or local browser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084831"/>
            <a:ext cx="3520440" cy="320040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26771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Read-only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852927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Inspect public DNS records without administrator credentials or DNS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084831"/>
            <a:ext cx="3520440" cy="320040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26771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Actionable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852927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Turn findings into executive, technical and remediation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What the auditor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CORE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520440" cy="315468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SPF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71215"/>
            <a:ext cx="3063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Which mail servers are authorized to send on behalf of a domain?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103120"/>
            <a:ext cx="3520440" cy="315468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2860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DKIM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871215"/>
            <a:ext cx="3063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Does a specified selector publish a signing public key?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2103120"/>
            <a:ext cx="3520440" cy="315468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22860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DMARC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871215"/>
            <a:ext cx="3063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What policy and reporting instructions are published for authentication alignment?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692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F4BE54"/>
                </a:solidFill>
                <a:latin typeface="Aptos"/>
              </a:defRPr>
            </a:pPr>
            <a:r>
              <a:t>Important: a DNS lookup alone cannot prove that real outgoing messages authenticate successfully.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Live demonstration: from domain to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CORE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084831"/>
            <a:ext cx="10259567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5F8FC"/>
                </a:solidFill>
                <a:latin typeface="Aptos"/>
              </a:defRPr>
            </a:pPr>
            <a:r>
              <a:t>Launch CyberReadyAudit.exe.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6207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862072"/>
            <a:ext cx="10259567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5F8FC"/>
                </a:solidFill>
                <a:latin typeface="Aptos"/>
              </a:defRPr>
            </a:pPr>
            <a:r>
              <a:t>Enter an authorized sample domain and confirm the optional DKIM selector.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3931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639311"/>
            <a:ext cx="10259567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5F8FC"/>
                </a:solidFill>
                <a:latin typeface="Aptos"/>
              </a:defRPr>
            </a:pPr>
            <a:r>
              <a:t>Run the assessment; review SPF, DKIM and DMARC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1655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416552"/>
            <a:ext cx="10259567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5F8FC"/>
                </a:solidFill>
                <a:latin typeface="Aptos"/>
              </a:defRPr>
            </a:pPr>
            <a:r>
              <a:t>Open the generated ZIP package and show the executive summary and remediation plan.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F4BE54"/>
                </a:solidFill>
                <a:latin typeface="Aptos"/>
              </a:defRPr>
            </a:pPr>
            <a:r>
              <a:t>Demo tip: keep a previously generated sample report available if live DNS is slow.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Deliverables: one assessment, multiple audiences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CORE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394960" cy="342900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For executive directors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25496"/>
            <a:ext cx="49377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Executive summary (PDF)</a:t>
            </a:r>
          </a:p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Email security dashboard (HTML)</a:t>
            </a:r>
          </a:p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Remediation action plan (PDF)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49240" cy="342900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For MSPs and technical staff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25496"/>
            <a:ext cx="48920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Technical findings (Excel)</a:t>
            </a:r>
          </a:p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Supporting DNS evidence</a:t>
            </a:r>
          </a:p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Client instructions (PDF)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Results, lessons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CORE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084831"/>
            <a:ext cx="10259567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Built and tested a Windows executable and a Streamlit browser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6207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862072"/>
            <a:ext cx="10259567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Published source code, documentation and a versioned GitHub release.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3931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639311"/>
            <a:ext cx="10259567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Learned to separate DNS evidence, interpretation and remediation advice.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1655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416552"/>
            <a:ext cx="10259567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Next: expand validation, improve user guidance and pilot with willing nonprofits.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9BCB0"/>
                </a:solidFill>
                <a:latin typeface="Aptos"/>
              </a:defRPr>
            </a:pPr>
            <a:r>
              <a:t>GitHub: github.com/cjseipp/email-security-auditor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Extended discussion: who uses each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NONPROFIT / MSP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394960" cy="333756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Executive director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25496"/>
            <a:ext cx="49377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Understand exposure, business impact, priorities, owners and when to engage an MSP.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349240" cy="333756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MSP / DNS administrator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25496"/>
            <a:ext cx="4892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Validate records, identify authorized mail sources, plan staged changes and confirm delivery.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Architecture: two interfaces, one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NONPROFIT / MSP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3383280" cy="242316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User interfaces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71215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Tkinter desktop</a:t>
            </a:r>
          </a:p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Streamlit local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103120"/>
            <a:ext cx="3383280" cy="242316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Assessment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871215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Python DNS queries</a:t>
            </a:r>
          </a:p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SPF / DKIM / DMARC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2103120"/>
            <a:ext cx="3383280" cy="2423160"/>
          </a:xfrm>
          <a:prstGeom prst="roundRect">
            <a:avLst/>
          </a:prstGeom>
          <a:solidFill>
            <a:srgbClr val="182D45"/>
          </a:solidFill>
          <a:ln>
            <a:solidFill>
              <a:srgbClr val="2C4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871215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PDF / HTML / Excel</a:t>
            </a:r>
          </a:p>
          <a:p>
            <a:pPr>
              <a:spcAft>
                <a:spcPts val="12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ZIP evidence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19BCB0"/>
                </a:solidFill>
                <a:latin typeface="Aptos"/>
              </a:defRPr>
            </a:pPr>
            <a:r>
              <a:t>User input  →  Public DNS evidence  →  Interpretation  → 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Interpreting findings responsibly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NONPROFIT / MSP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084831"/>
            <a:ext cx="10259567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SPF: verify all legitimate sending services before modifying authorization.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5351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953511"/>
            <a:ext cx="10259567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DKIM: a selector lookup is not proof that mail is being signed or validated.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2219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822191"/>
            <a:ext cx="10259567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DMARC: review policy and reporting; deployment should be staged and monitored.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9087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690871"/>
            <a:ext cx="10259567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DNS failures: retry and validate against authoritative DNS before concluding a record is missing.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Remediation: a controlled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NONPROFIT / MSP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084831"/>
            <a:ext cx="102595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1. Identify the organization’s DNS administrator and email service owners.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788920"/>
            <a:ext cx="102595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2. Inventory every authorized sender, including third-party services.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9300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493008"/>
            <a:ext cx="102595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3. Confirm SPF and DKIM behavior with actual message headers.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9709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197096"/>
            <a:ext cx="102595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4. Configure DMARC reporting and review results before enforcement.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01183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901183"/>
            <a:ext cx="10259567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5F8FC"/>
                </a:solidFill>
                <a:latin typeface="Aptos"/>
              </a:defRPr>
            </a:pPr>
            <a:r>
              <a:t>5. Make approved changes, monitor mail flow and reassess.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Deployment, privacy and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NONPROFIT / MSP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084831"/>
            <a:ext cx="1025956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Windows release: standalone PyInstaller executable; source code also supports local Python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1635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816352"/>
            <a:ext cx="1025956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Public DNS lookups are read-only and require no domain administrator credentials.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547872"/>
            <a:ext cx="1025956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Assessment packages can contain organization-specific findings; store and share them appropriately.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7939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279392"/>
            <a:ext cx="1025956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The executable is not code-signed; verify release source and SHA-256 checksum.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10912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5010912"/>
            <a:ext cx="1025956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t>This tool complements—not replaces—mail-flow testing, monitoring and professional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Questions to ask an executive director or MSP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NONPROFIT / MSP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084831"/>
            <a:ext cx="10259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Who controls your domain’s DNS records and approves changes?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4378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843784"/>
            <a:ext cx="10259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Which services send email on behalf of the organization?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02735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602735"/>
            <a:ext cx="10259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Who reviews DMARC aggregate reports and failed-authentication trends?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6168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361688"/>
            <a:ext cx="10259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How are changes tested to avoid disrupting legitimate email?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5120640"/>
            <a:ext cx="10259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Who owns remediation, follow-up and reassessment?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9BCB0"/>
                </a:solidFill>
                <a:latin typeface="Aptos"/>
              </a:defRPr>
            </a:pPr>
            <a:r>
              <a:t>CYBER READY CLINIC  •  EMAIL SECURITY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F5F8FC"/>
                </a:solidFill>
                <a:latin typeface="Aptos"/>
              </a:defRPr>
            </a:pPr>
            <a:r>
              <a:t>Next steps: pilot and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719072"/>
            <a:ext cx="1005840" cy="50292"/>
          </a:xfrm>
          <a:prstGeom prst="rect">
            <a:avLst/>
          </a:prstGeom>
          <a:solidFill>
            <a:srgbClr val="19B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8BED0"/>
                </a:solidFill>
                <a:latin typeface="Aptos"/>
              </a:defRPr>
            </a:pPr>
            <a:r>
              <a:t>NONPROFIT / MSP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8BED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084831"/>
            <a:ext cx="10259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Select a consenting nonprofit and establish an assessment 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43784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843784"/>
            <a:ext cx="10259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Run the audit and jointly validate any uncertain findings.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02735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602735"/>
            <a:ext cx="10259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Provide the executive summary and a prioritized action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6168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361688"/>
            <a:ext cx="10259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Coordinate technical changes with the authorized MSP or DNS administrator.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9BCB0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5120640"/>
            <a:ext cx="1025956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Reassess after remediation and document what improved.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19BCB0"/>
                </a:solidFill>
                <a:latin typeface="Aptos"/>
              </a:defRPr>
            </a:pPr>
            <a:r>
              <a:t>Project: github.com/cjseipp/email-security-auditor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